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7" r:id="rId9"/>
    <p:sldId id="264" r:id="rId10"/>
    <p:sldId id="265" r:id="rId11"/>
    <p:sldId id="26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‹#›</a:t>
            </a:fld>
            <a:endParaRPr lang="pt-B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E5617AEF-34EB-BB6F-15D8-C6EFAE9030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36" y="62635"/>
            <a:ext cx="1414156" cy="62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7C4D2FC5-36AF-CB8B-FA9D-35E687CB9A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091" y="-30018"/>
            <a:ext cx="5378390" cy="11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69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3EB43183-E29A-193E-5C32-38DEF14BC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E53F555A-828A-8B46-D975-023EF9F0A3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45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‹#›</a:t>
            </a:fld>
            <a:endParaRPr lang="pt-B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13B050C0-90A2-124C-DA09-05C995FA47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9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0CCBC458-17F8-10E7-D290-E0D70DF19F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089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6881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‹#›</a:t>
            </a:fld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44A1E7B8-4CCB-9172-7582-357EB8FBC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1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683A8211-427E-C947-E50F-3A19D7329D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593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‹#›</a:t>
            </a:fld>
            <a:endParaRPr lang="pt-BR"/>
          </a:p>
        </p:txBody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5039C99E-9729-B239-D23F-FD5F0AB4EF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3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614CCBC3-3E4C-F865-EAF4-B0853A4C90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43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187D0A64-5985-CB9C-AFFF-20ABA29BB4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9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70EE4532-62B8-3C75-BDA2-F01BFF58FB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158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D9312479-41DE-4E0D-BE68-FC5C5EAE87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98962566-D51C-544B-E275-3438E3B726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08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‹#›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98B2AD2B-8F45-BB20-FA78-CCD1858C7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3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48F69B24-F5E3-C2C3-F206-E5581F3D7C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78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531379"/>
            <a:ext cx="6659880" cy="6326620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‹#›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C2BFCCC7-C805-A317-B0CB-9B0705F542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3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FD742EE9-ACB5-C58F-2105-4F95100B3D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25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‹#›</a:t>
            </a:fld>
            <a:endParaRPr lang="pt-BR"/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D9BDB7B5-65AF-E9B6-5FDC-826215EF2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0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018BB257-BFF8-97AA-2A0E-35234B1489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03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‹#›</a:t>
            </a:fld>
            <a:endParaRPr lang="pt-BR"/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F50CFBF5-A489-9C35-6D51-A6146E81B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0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25649C2C-C87C-5F36-C386-406DF0F782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26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‹#›</a:t>
            </a:fld>
            <a:endParaRPr lang="pt-B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C48A4048-DFD3-A06D-5C62-F7CDC6B921D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4D8FA285-079F-BF82-5BC0-2F7FD13A9B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07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0D29343-609A-FE48-136F-56F06A1771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Sistema Web de Gestão de Pesquisas por Questionários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76466BC2-6F7B-0039-EB20-86BD3EB66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7388" y="3956279"/>
            <a:ext cx="7324191" cy="1610803"/>
          </a:xfrm>
        </p:spPr>
        <p:txBody>
          <a:bodyPr>
            <a:normAutofit/>
          </a:bodyPr>
          <a:lstStyle/>
          <a:p>
            <a:r>
              <a:rPr lang="pt-BR" sz="2800" dirty="0"/>
              <a:t>Nome Aluno</a:t>
            </a:r>
            <a:endParaRPr lang="pt-BR" dirty="0"/>
          </a:p>
          <a:p>
            <a:r>
              <a:rPr lang="pt-BR" dirty="0"/>
              <a:t>Pitch de Proposta de Solução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819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92F927E-680E-8C3E-68A8-EB61BC07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4A967058-DCD9-8ED6-26FD-70ED14926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150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9AC6-4D65-5C7F-D5F8-D4624AE1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B84B6E8-CC76-3FD3-B7E1-359CAE8B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Oportunidade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066FDCA-D90E-B8CA-3385-B7C714862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02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132AE-C672-E750-9EF1-A166A377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A4BB4DC-57D2-78AC-5E70-26F9A07E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Solução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F5DC6466-3F8D-3CF1-AECC-B49537CED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158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BB74-95FB-0DED-8F13-7541B25B8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128C25D-7645-4ACB-8897-D1B0A7B69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Diferenciais da Solução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90563FB1-ADF3-31CE-E4E8-A2FD436EA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2181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6F84B-09B4-336B-B4E2-49EFBCE9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2157D60-2C32-13D0-9157-81670F86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24373CDE-8EA1-0296-0249-6291B66F8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9313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AE557-82AF-038C-1641-315083783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0B20D98-07B2-A976-1659-5BD70DD3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Público-Alvo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3C965DC-2386-D95F-2247-6E63C22BB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579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0CA61-5244-49AA-5ACC-67E0506D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030C29A-C2DD-B7E9-5FF2-B9D89FF4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Benefícios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99EF649-BE50-42B9-E3E2-AEC2785A1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a Instituição: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Para os participantes:</a:t>
            </a:r>
          </a:p>
        </p:txBody>
      </p:sp>
    </p:spTree>
    <p:extLst>
      <p:ext uri="{BB962C8B-B14F-4D97-AF65-F5344CB8AC3E}">
        <p14:creationId xmlns:p14="http://schemas.microsoft.com/office/powerpoint/2010/main" val="428576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47A77-0461-1B82-6E7E-61B91C88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1BC38E1-DF64-629C-68C7-4030FF0D5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Viabilidade Técnica (Tecnologias)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40815DB4-1ED6-362C-134E-8AC55C981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4690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5082C-06BC-DBC6-89FB-E380B0AC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09000EB-5C96-B0F7-4664-7E3A0F9A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MVP – Produto Mínimo Viável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AD88BEA9-9B62-9D91-0D2E-AB1ED9436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0338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089F1-7707-CD99-7D12-9BBFFDA6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1EA0571-CD32-834E-B65B-6854D2DC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Futura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65EEFF9-9CB4-E91E-0232-18AAF0B70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439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73CF5-8EF3-6B84-CB33-F266A208C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91C6857-CDDF-F936-A9AA-4D4783319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AE49A09-9710-9224-A912-478C8C330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219248"/>
      </p:ext>
    </p:extLst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ortar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ortar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rta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TM10001105[[fn=Cortar]]</Template>
  <TotalTime>67</TotalTime>
  <Words>49</Words>
  <Application>Microsoft Office PowerPoint</Application>
  <PresentationFormat>Widescreen</PresentationFormat>
  <Paragraphs>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Franklin Gothic Book</vt:lpstr>
      <vt:lpstr>Cortar</vt:lpstr>
      <vt:lpstr>Sistema Web de Gestão de Pesquisas por Questionários</vt:lpstr>
      <vt:lpstr>O Problema</vt:lpstr>
      <vt:lpstr>A Oportunidade</vt:lpstr>
      <vt:lpstr>A Solução</vt:lpstr>
      <vt:lpstr>Diferenciais da Solução</vt:lpstr>
      <vt:lpstr>Como Funciona</vt:lpstr>
      <vt:lpstr>Público-Alvo</vt:lpstr>
      <vt:lpstr>Benefícios</vt:lpstr>
      <vt:lpstr>Viabilidade Técnica (Tecnologias)</vt:lpstr>
      <vt:lpstr>MVP – Produto Mínimo Viável</vt:lpstr>
      <vt:lpstr>Evolução Futura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</dc:title>
  <dc:creator>Anderson Pazin</dc:creator>
  <cp:lastModifiedBy>Julio</cp:lastModifiedBy>
  <cp:revision>4</cp:revision>
  <dcterms:created xsi:type="dcterms:W3CDTF">2023-06-14T22:17:51Z</dcterms:created>
  <dcterms:modified xsi:type="dcterms:W3CDTF">2026-05-26T18:18:22Z</dcterms:modified>
</cp:coreProperties>
</file>